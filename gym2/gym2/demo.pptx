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35400"/>
          </a:solidFill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智能健身房管理系统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9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让健身房管理变得更简单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697480"/>
            <a:ext cx="2743200" cy="22860"/>
          </a:xfrm>
          <a:prstGeom prst="rect">
            <a:avLst/>
          </a:prstGeom>
          <a:solidFill>
            <a:srgbClr val="D35400"/>
          </a:solidFill>
        </p:spPr>
      </p:sp>
      <p:sp>
        <p:nvSpPr>
          <p:cNvPr id="6" name="Text 4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2026年6月30</a:t>
            </a:r>
            <a:r>
              <a:rPr lang="zh-CN" altLang="en-US" sz="13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</a:t>
            </a:r>
            <a:endParaRPr lang="zh-CN" altLang="en-US" sz="13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E5090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一、为什么要做这个系统？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健身房面临的问题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会员信息用纸笔记录，容易丢失、不好查找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课程预约靠微信或电话，经常搞错人数、重复预约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器材坏了没人管，维修进度不清楚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老板想知道这个月赚了多少，得翻一堆账本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我们的解决方案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做一个网站，把会员、课程、预约、器材、收入全管起来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会员用手机就能约课、买卡、看教练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管理员在电脑上就能看到所有数据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二、这个系统能做什么？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对会员来说（手机端）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注册账号、登录、修改密码和个人信息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浏览课程、选择时间、预约上课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预约私人教练、购买会员卡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查看健身器材、向AI助手提问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对管理员来说（电脑端）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管理会员信息、查看新增数据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安排课程和排课、查看预约情况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管理器材和报修、查看收入仪表盘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三、系统是怎么搭建的？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整体思路：前端 + 后端 + 数据库，三层分工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前端（用户看到的界面）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管理端用 Vue 框架 + Element Plus 组件库，像搭积木一样拼页面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会员端用同样的 Vue 框架 + Vant 移动组件库，手机上好操作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后端（处理数据和逻辑）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Java 的 Spring Boot 框架，接收前端请求，处理业务逻辑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MyBatis-Plus 负责操作数据库，十几张表增删改查几行代码搞定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数据库（存数据的地方）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MySQL 存所有数据，Redis 做缓存和登录黑名单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四、用了哪些技术？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914400"/>
          <a:ext cx="804672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621792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名称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用途（说人话版）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Spring Boot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后端的骨架，帮我们把各种功能组织起来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MyBatis-Plus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操作数据库的工具，不用手写SQL就能增删改查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JWT + BCrypt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登录用的：JWT是一把临时钥匙，BCrypt给密码加锁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Vue 3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前端的骨架，让页面数据能自动更新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Element Plus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管理端界面组件库，按钮表格等现成样式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Vant 4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会员端界面组件库，手机上好看的输入框和卡片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ECharts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画图表的，柱状图饼图几行配置就出来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MySQL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存数据的大仓库，会员、课程、订单都放里面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Redis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高速缓存，存临时数据比如登录黑名单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五、数据库里存了什么？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5433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第一组：人的信息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会员表、员工表、教练表 — 每个来健身房的人都有记录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第二组：课程相关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课程表、排课表、预约表、候补表 — 什么课、谁上、谁约了、谁在排队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第三组：交易相关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会员卡表、订单表、支付表 — 买了什么卡、花了多少钱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第四组：运营管理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器材表、报修表、考勤表、系统配置表</a:t>
            </a:r>
            <a:endParaRPr lang="en-US" sz="1200" dirty="0">
              <a:solidFill>
                <a:srgbClr val="1A1A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第五组：教练预约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教练预约表 — 会员约私教的时间记录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六、重要的数据表长什么样？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914400"/>
          <a:ext cx="8046720" cy="246888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  <a:gridCol w="365760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表名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存什么内容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特别说明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member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用户名、密码、姓名、手机号、信用分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用户名和手机号不能重复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course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课程名、类型(团课/私教/训练营)、价格、时长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三种类型覆盖不同需求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schedule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哪个课程</a:t>
                      </a: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、哪个教练、几点到几点、多少人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每个排课有人数上限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reservation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哪个会员、约了哪个排课、什么状态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状态有: 已约/已签到/已取消/爽约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equipment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器材名、类型、位置、状态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状态: 正常/维修中/已报废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orders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哪个会员、买了什么、多少钱、什么状态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会员卡和课程都走订单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employee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姓名、手机号、密码、什么角色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角色: 超管/店长/教练/前台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coach_booking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哪个会员、约了哪个教练、哪天几点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同一教练同一时段不能重复约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七、会员怎么注册和登录？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注册（就三步）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填用户名 + 密码 + 姓名 + 手机号 → 点注册 → 完成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密码用BCrypt加密存到数据库，就算数据库泄露也解不开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登录（一张门票管俩小时）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输入用户名和密码 → 验证通过 → 发一张JWT令牌（有效期2小时）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之后每次操作带这个令牌就行，不用反复登录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安全机制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输错密码登不进去 — 密码不对就拒绝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账号被禁用了登不进去 — 管理员可以拉黑恶意用户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退出登录后旧令牌作废 — 加入Redis黑名单，偷了也没用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八、四种角色各干什么？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超级管理员（老板）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能看到所有数据、管理员工账号、修改系统配置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店长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管理会员、课程、教练、订单，日常运营全靠这个角色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教练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查看自己的排课、给会员签到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前台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帮会员办卡、处理到店签到、报修器材</a:t>
            </a:r>
            <a:endParaRPr lang="en-US" sz="1200" dirty="0">
              <a:solidFill>
                <a:srgbClr val="1A1A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实现方式：每个请求都要检查角色，没权限就拒绝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JWT令牌里存了角色信息，后端代码用RoleCheck方法做检查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比如只有超管和店长能删课，教练和前台就只能看不能删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九、课程和排课是怎么管的？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课程是什么？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定义一个课的基本信息：叫啥名、多少钱、多长时间、什么类型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三种类型：团课（大家一起上）、私教（一对一）、训练营（短期集训）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排课是什么？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把课程安排在具体时间：周几几点、在哪个教室、哪个教练带、最多多少人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一个课程可以有多个排课，比如动感单车周一三晚上都有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会员端怎么展示？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只显示未来的 + 没被取消的 + 还没满员的排课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每个课程下展示可选的时间标签，点一下就选中了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过期排课处理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管理员点一键清理就能删掉所有已经结束的排课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十、预约是怎么实现的？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预约流程（四步走）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第一步：在课程列表里选一个感兴趣的课程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第二步：点一下想去的排课时间，按钮会亮起来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第三步：点预约按钮 → 系统扣减名额 → 预约成功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第四步：上课前到店签到 → 状态变为已签到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关键保护机制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防止超额预约：扣名额时检查人数，满了就拒绝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满了自动排队：满员后自动加入候补名单，有人取消就顶上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退课限制：临近上课就不能取消了，防止恶意占位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信用分制度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预约了不来签到 → 扣信用分 → 分太低就不能预约了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连续正常签到可以恢复信用分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十一、怎么约私人教练？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教练页面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会员端首页展示教练卡片：头像、姓名、擅长领域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每个人都有标签，比如力量塑形、瑜伽拉伸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预约步骤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选教练 → 选日期 → 选时间段 → 填备注(想练什么) → 提交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同一教练同一时段有人约了就不能再约，保证不冲突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只能预约未来的时间，过去的时段不显示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预约管理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个人中心可以看到自己的教练预约记录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预约状态：已约 → 已完成 / 已取消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状态为已约时可以取消，完成和取消后就不能再改了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十二、器材怎么管理？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器材信息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每件器材都有记录：叫什么、什么类型、放在哪里、什么状态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五种类型：有氧(跑步机)、力量(史密斯机)、自由重量(哑铃)、功能性(龙门架)、配件(瑜伽垫)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三种状态：正常使用中、维修中、已报废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器材展示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会员端首页用卡片网格展示所有正常器材，配有真实图片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每件器材有名称和简介，一目了然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报修流程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发现器材坏了 → 提交报修 → 状态变成待维修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维修师傅接单 → 状态变成维修中 → 修好了 → 状态变成已完成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全程可追踪，清楚知道维修进度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十三、会员卡和支付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会员卡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三种卡：月卡299元、季卡799元、年卡2599元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每张卡有剩余次数(或无限次)和有效日期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到期自动标记为过期，不能再用了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购买流程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选卡类型 → 生成订单 → 支付 → 订单完成 → 卡激活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订单有三种状态：待支付 → 已支付 → 已退款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收入统计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系统自动统计本月所有已支付订单的总金额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仪表盘首页就能看到本月收入，老板不用翻账本了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十四、仪表盘能看到什么？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管理端一打开就能看到的数据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四大核心数据（最上面一排卡片）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本月收入 — 这个月赚了多少钱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今日新增会员 — 今天新注册了多少人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今日预约数 — 今天有多少人约了课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今日排课数 — 今天安排了几节课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辅助数据（右边面板）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会员总数、在职教练数、正常器材数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留存率(会员回头率)、满座率(课程受欢迎程度)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热门课程排行榜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用柱状图展示哪些课被约得最多，一目了然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十五、AI助手能帮什么忙？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AI聊天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会员端有个AI助手按钮，可以问任何健身相关的问题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比如【今天有什么课】【怎么减脂】【推荐一个适合新手的训练计划】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背后调用的是DeepSeek大模型，回答很智能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课程推荐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根据会员之前的预约记录，AI自动推荐可能感兴趣的课程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比如你经常上瑜伽课，AI就会推荐还没试过的流瑜伽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实现原理（简单说）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前端把问题发给后端 → 后端转发给DeepSeek → 拿到回答返回给用户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 Key和地址存在配置文件里，随时可以切换其他AI模型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十六、我们做了哪些优化？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减肥（262MB → 12MB，瘦了95%）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删掉依赖包文件夹(node_modules)，npm install一秒恢复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删掉编译文件(target)、重复的配置目录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删掉写了一半没用上的代码（死代码清理）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整理结构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补上.gitignore，防止误提交垃圾文件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统一数据格式，前后端数据对不上的问题全部修好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界面美化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会员端首页重新设计：教练横向滑动卡片 + 器材双列网格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登录页重做：深色运动风格，不再白花花一片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管理端仪表盘重做：柱状图 + 进度条 + 专业图标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十七、一些巧妙的设计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防止超额预约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不是先查人数再决定让不让约 — 那样多人同时约可能超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而是直接更新数据库：人数+1，但条件是当前&lt;上限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如果更新成功说明还有位置；如果失败说明刚好满了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候补自动晋升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有人取消预约 → 名额空出来 → 系统自动把最早排队的人转正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整个过程自动完成，不需要人工干预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一个请求走完整条链路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 → JWT过滤器(验证身份) → Controller(接收请求)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 Service(处理逻辑) → Mapper(操作数据库) → 返回结果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如果中间任何一步出错，统一异常处理会捕获并返回友好提示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十八、项目规模一览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548640" y="914400"/>
          <a:ext cx="804672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484632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数字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后端代码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131个文件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Controller 19个、Service 17个、实体和Mapper各15个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前端页面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34个组件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管理端21个页面 + 会员端13个页面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数据库表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15张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覆盖会员、课程、预约、交易、器材全业务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接口数量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60多个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都有Swagger文档，方便查看和测试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角色类型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超管、店长、教练、前台，各司其职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项目大小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12MB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源码+配置+图片，无冗余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35400"/>
          </a:solidFill>
        </p:spPr>
      </p:sp>
      <p:sp>
        <p:nvSpPr>
          <p:cNvPr id="3" name="Text 1"/>
          <p:cNvSpPr/>
          <p:nvPr/>
        </p:nvSpPr>
        <p:spPr>
          <a:xfrm>
            <a:off x="914400" y="3200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0" y="1005840"/>
            <a:ext cx="2743200" cy="22860"/>
          </a:xfrm>
          <a:prstGeom prst="rect">
            <a:avLst/>
          </a:prstGeom>
          <a:solidFill>
            <a:srgbClr val="D35400"/>
          </a:solidFill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D354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我们做了什么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从零搭建了一个完整的健身房管理系统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会员可以用手机约课、买卡、约教练、问AI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管理员可以在电脑上管理会员、课程、器材、看收入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D354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还能怎么改进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加上自动测试，每次改代码能自动检查有没有改坏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接入真的微信支付或支付宝，现在还是模拟的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用Docker打包，一键部署到服务器上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加上消息推送，预约成功或候补转正时通知会员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E5090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4010</Words>
  <Application>WPS 演示</Application>
  <PresentationFormat>On-screen Show (16:9)</PresentationFormat>
  <Paragraphs>391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智能健身房管理系统</dc:title>
  <dc:creator>Gym Team</dc:creator>
  <dc:subject>PptxGenJS Presentation</dc:subject>
  <cp:lastModifiedBy>WPS_1687401462</cp:lastModifiedBy>
  <cp:revision>2</cp:revision>
  <dcterms:created xsi:type="dcterms:W3CDTF">2026-06-30T14:28:00Z</dcterms:created>
  <dcterms:modified xsi:type="dcterms:W3CDTF">2026-06-30T14:34:26Z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4E41950C4EE641028E58BE90C6C35C8C_12</vt:lpwstr>
  </property>
  <property fmtid="{D5CDD505-2E9C-101B-9397-08002B2CF9AE}" pid="3" name="KSOProductBuildVer">
    <vt:lpwstr>2052-12.1.0.21915</vt:lpwstr>
  </property>
</Properties>
</file>