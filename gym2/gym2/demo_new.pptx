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35400"/>
          </a:solidFill>
        </p:spPr>
      </p:sp>
      <p:sp>
        <p:nvSpPr>
          <p:cNvPr id="3" name="Text 1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智能健身房管理系统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93B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基于Spring Boot与Vue.js的全栈项目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2697480"/>
            <a:ext cx="2743200" cy="22860"/>
          </a:xfrm>
          <a:prstGeom prst="rect">
            <a:avLst/>
          </a:prstGeom>
          <a:solidFill>
            <a:srgbClr val="D35400"/>
          </a:solidFill>
        </p:spPr>
      </p:sp>
      <p:sp>
        <p:nvSpPr>
          <p:cNvPr id="6" name="Text 4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9B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2026年6月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E5090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一、项目背景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行业现状与痛点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中小型健身房普遍依赖纸质记录或Excel表格管理日常运营，效率低下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会员信息分散，课程预约流程繁琐，导致客户体验不佳与会员流失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器材维护缺乏跟踪机制，报修进度不透明，设备完好率难以保障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经营数据统计困难，管理者难以及时掌握收入与运营状况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项目目标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构建覆盖会员管理、课程预约、私教服务、器材维护和经营分析的完整系统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采用前后端分离架构，支持PC管理端与手机会员端双端访问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二、系统功能总览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会员端功能（移动端）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用户注册与登录，个人信息编辑，密码修改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课程浏览与搜索，按时间预约排课，课前签到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私人教练预约，会员卡购买，AI健身助手咨询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管理端功能（PC端）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会员管理、课程管理、排课管理、预约管理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教练管理、器材管理、报修处理、员工考勤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订单与支付管理、经营数据仪表盘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三、技术架构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前后端分离架构，通过RESTful API进行数据交互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前端层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管理端：Vue 3 + Element Plus + ECharts + Axios（端口5173）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会员端：Vue 3 + Vant 4 + Pinia + Axios（端口5174，移动优先设计）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后端层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 3.2.5 + MyBatis-Plus 3.5.5（端口8080）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JWT Token认证 + BCrypt密码加密 + SpringDoc OpenAPI文档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2E509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数据层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8.0 主数据库 + Redis 缓存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MyBatis-Plus提供分页、乐观锁、逻辑删除与自动填充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四、技术选型明细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548640" y="914400"/>
          <a:ext cx="8046720" cy="274320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技术组件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用途说明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Spring Boot 3.2.5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后端核心框架，提供自动配置与依赖注入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MyBatis-Plus 3.5.5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ORM框架，简化CRUD，内置分页与逻辑删除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jjwt 0.11.5 + BCrypt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无状态Token认证 + 密码不可逆加密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Vue 3 + Vite 5.4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前端框架与构建工具，支持热更新开发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Element Plus 2.7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管理端组件库，提供表格、表单、弹窗等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Vant 4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移动端组件库，适配触屏交互与移动布局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ECharts 5.5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数据可视化引擎，驱动仪表盘图表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MySQL 8.0 + Redis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关系型数据库 + 内存缓存与Token黑名单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SpringDoc OpenAPI 2.5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API文档自动生成，便于联调测试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五、数据库设计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 gym_db，字符集 utf8mb4，引擎 InnoDB，共15张数据表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用户与权限：member、employee、coach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课程与预约：course、schedule、reservation、wait_list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交易与资产：member_card、orders、payment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运营管理：equipment、repair_order、attendance、system_config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教练预约：coach_booking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设计要点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所有表设置逻辑删除标记(deleted)，数据可恢复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create_time与update_time由框架自动填充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username、phone添加UNIQUE约束，防止重复注册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预约相关表建立联合索引，高频查询字段单独索引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六、核心数据表结构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48640" y="914400"/>
          <a:ext cx="8046720" cy="246888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365760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表名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主要字段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约束说明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member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id, username, password, real_name, phone, credit_score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username UNIQUE, phone UNIQUE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course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id, name, type, price, duration, intensity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type: GROUP / PRIVATE / CAMP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schedule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id, course_id, coach_id, start_time, max_members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INDEX(course_id, start_time)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reservation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id, member_id, schedule_id, status, check_in_time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status: BOOKED/CHECKED_IN/CANCELLED/ABSENT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coach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id, name, speciality, certification, status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status=1表示在职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equipment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id, name, equipment_type, status, location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status: NORMAL/MAINTENANCE/SCRAPPED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orders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id, member_id, amount, status, order_type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status: PENDING/PAID/REFUNDED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employee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id, name, phone, password, role, position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四级角色权限控制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七、用户认证与安全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注册与密码存储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会员填写用户名、密码、姓名、手机号完成注册，后端校验唯一性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密码经BCrypt（10轮salt）加密后存储，数据库泄露也无法还原明文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登录与Token机制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验证通过后签发JWT令牌，有效期2小时，含用户ID、类型、角色信息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后续请求在Header中携带Token，过滤器自动解析并注入请求上下文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退出登录将Token加入Redis黑名单，剩余有效期内旧令牌自动失效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四级角色权限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SUPER_ADMIN（超管）、STORE_ADMIN（店长）、COACH（教练）、STAFF（前台）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后端通过RoleCheck静态方法实现接口级权限控制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八、会员管理模块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会员信息管理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管理端支持对会员进行增删改查与账号启用/禁用操作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会员可在个人中心编辑姓名、手机号、性别等信息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修改密码需验证原密码，新密码经BCrypt加密后更新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信用分机制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默认100分，预约后未签到扣10分，低于阈值暂停预约权限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连续正常签到可恢复信用分，形成正向激励机制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实现细节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当前用户信息通过ThreadLocal存储（UserContext），JWT过滤器自动注入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九、课程与排课管理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课程体系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三种课程类型：团课(GROUP)、私教(PRIVATE)、训练营(CAMP)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每门课程定义名称、价格、时长、强度(1-5星)、描述等属性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会员端支持按关键词模糊搜索与按类型筛选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排课机制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排课将课程安排在具体时间：指定教室、教练、起止时间、最大人数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管理员可通过一键清理功能批量删除已过期的排课记录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会员端展示规则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仅展示状态正常、开始时间在未来、且未满员的排课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十、预约系统设计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预约流程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会员浏览课程，选择排课时段完成预约，课前到店签到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并发控制 —— 乐观锁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扣减名额使用条件UPDATE：仅 booked_count &lt; max_members 时执行 +1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若更新返回0行说明已满员，自动将会员加入候补队列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有人取消时名额回退，系统自动将最早候补者晋升为正式预约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退课与信用分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排课时可设置取消截止时间（课前N分钟），超时禁止退课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预约后30分钟未签到自动标记爽约并扣除信用分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十一、教练管理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教练档案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包含姓名、专长领域、个人简介、资质认证、入职日期、在职状态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管理端支持CRUD操作，会员端展示所有在职教练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预约流程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会员选择教练后指定日期和时段，填写训练需求即可提交预约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系统检测同教练同时段冲突，防止重复预约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仅允许预约未来时间，已过期时段自动过滤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数据展示优化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通过CoachBookingVO返回教练姓名与会员姓名，前端无需二次查询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状态流转：已预约 -&gt; 已完成 / 已取消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十二、器材管理与报修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器材信息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五种类别：有氧、力量、自由重量、功能性、配件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每件器材记录名称、目标肌群、位置、描述、状态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三种状态：正常(NORMAL)、维护中(MAINTENANCE)、已报废(SCRAPPED)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报修流程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发现故障 -&gt; REPORTED(待维修) -&gt; IN_PROGRESS(维修中) -&gt; COMPLETED(已完成)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记录维修人员与维修成本，全流程可追踪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会员端展示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首页以双列网格展示正常器材，配有图片与简介信息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十三、会员卡与支付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会员卡体系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月卡299元 / 季卡799元 / 年卡2599元，三种方案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每张卡记录剩余次数（-1为无限次）与有效起止日期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到期后系统自动将卡片状态标记为已过期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订单与支付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购买流程：选卡 -&gt; 生成订单 -&gt; 确认支付 -&gt; 卡片激活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订单状态分为PENDING(待支付)、PAID(已支付)、REFUNDED(已退款)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目前为模拟支付，预留对接真实支付网关的接口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收入统计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系统按月汇总已支付订单金额，作为仪表盘月收入数据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十四、数据仪表盘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核心指标卡片（四象限）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本月收入：当月所有已支付订单金额汇总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今日新增会员：当天注册的会员数量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今日预约数：当天创建的预约记录数量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今日排课数：当天开课的排课数量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辅助运营指标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会员总数、在职教练数、正常器材数（反映场馆规模）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会员留存率：有多次签到记录的会员占比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课程满座率：近30天排课的平均预约比例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热门课程排名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按已预约与已签到数量综合排名，ECharts柱状图展示TOP8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十五、AI智能助手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功能概述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会员端集成AI聊天功能，可咨询健身知识、训练建议等问题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课程推荐：基于会员历史预约数据，智能推荐潜在感兴趣的课程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技术实现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调用DeepSeek大模型API，接口格式兼容OpenAI协议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后端通过RestTemplate统一管理HTTP请求（AiConfig.java）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前端发送用户问题 -&gt; 后端转发至AI模型 -&gt; 返回回答给用户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接口与配置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 /api/v1/ai/chat：ChatDTO传入，ChatVO返回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 /api/v1/ai/recommend：RecommendVO返回推荐课程列表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 Key与Base URL在配置文件中管理，支持灵活切换模型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十六、工程化与优化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项目瘦身 —— 262MB 降至 12MB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删除node_modules(252MB)与Maven构建产物target，可通过npm install/mvn编译恢复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清理重复配置目录与死代码，补全.gitignore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前后端数据对齐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创建VO对象替代直接返回Entity，消除数据不匹配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补充DTO遗漏字段，修复会员端首页假数据为真实API调用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UI/UX改进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会员端首页重设计（横向教练卡片+双列器材网格）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管理端仪表盘重设计（专业图标+柱状图），登录页深色主题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十七、关键设计决策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89953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乐观锁而非悲观锁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预约场景并发冲突概率低，乐观锁无需持有行锁，性能更优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通过在UPDATE语句中添加WHERE条件实现，失败时回退并提示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逻辑删除而非物理删除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所有实体通过@TableLogic注解实现，deleted=1视为删除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MyBatis-Plus自动在查询中追加deleted=0条件，数据可恢复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VO与DTO分离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请求用DTO承接前端数据，响应用VO组装展示字段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避免直接暴露Entity，灵活组装关联数据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统一异常处理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BusinessException + @RestControllerAdvice全局捕获，统一Result格式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十八、数据流与请求处理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一次请求的完整链路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前端发起请求 -&gt; JwtAuthenticationFilter验证Token -&gt; 注入UserContext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-&gt; Controller接收请求 -&gt; RoleCheck校验权限 -&gt; Service处理业务逻辑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-&gt; Mapper操作数据库 -&gt; 返回Result统一响应 -&gt; 前端更新视图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若任一步骤出错，全局异常处理器捕获并返回友好提示信息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雪花ID生成器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SnowflakeIdUtil基于datacenterId和workerId组合生成全局唯一ID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适用于分布式场景，避免自增ID冲突</a:t>
            </a: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文件上传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POST /api/v1/common/upload：支持jpg/png/gif/webp格式，UUID重命名存储</a:t>
            </a:r>
            <a:endParaRPr lang="en-US" sz="1200" dirty="0"/>
          </a:p>
          <a:p>
            <a:pPr marL="342900" indent="-3429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单文件10MB上限，静态资源映射至/uploads/目录直接访问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" name="Text 1"/>
          <p:cNvSpPr/>
          <p:nvPr/>
        </p:nvSpPr>
        <p:spPr>
          <a:xfrm>
            <a:off x="548640" y="201168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十九、项目规模统计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097280" cy="27432"/>
          </a:xfrm>
          <a:prstGeom prst="rect">
            <a:avLst/>
          </a:prstGeom>
          <a:solidFill>
            <a:srgbClr val="2E5090"/>
          </a:solidFill>
        </p:spPr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48640" y="914400"/>
          <a:ext cx="8046720" cy="1920240"/>
        </p:xfrm>
        <a:graphic>
          <a:graphicData uri="http://schemas.openxmlformats.org/drawingml/2006/table">
            <a:tbl>
              <a:tblPr/>
              <a:tblGrid>
                <a:gridCol w="1371600"/>
                <a:gridCol w="2743200"/>
                <a:gridCol w="3931920"/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指标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数值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说明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Java源文件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131个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Controller 19、Service 17、Mapper 15、Entity 15等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Vue组件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34个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管理端21个 + 会员端13个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数据库表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15张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覆盖用户、课程、预约、交易、器材六大域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API端点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60+个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含认证类、业务类、统计类，Swagger完整文档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角色类型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4种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超管/店长/教练/前台，粒度到接口级别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项目体积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12 MB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从262MB优化至12MB，去除95%可恢复冗余</a:t>
                      </a:r>
                      <a:endParaRPr lang="en-US" sz="9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35400"/>
          </a:solidFill>
        </p:spPr>
      </p:sp>
      <p:sp>
        <p:nvSpPr>
          <p:cNvPr id="3" name="Text 1"/>
          <p:cNvSpPr/>
          <p:nvPr/>
        </p:nvSpPr>
        <p:spPr>
          <a:xfrm>
            <a:off x="914400" y="32004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0" y="1005840"/>
            <a:ext cx="2743200" cy="22860"/>
          </a:xfrm>
          <a:prstGeom prst="rect">
            <a:avLst/>
          </a:prstGeom>
          <a:solidFill>
            <a:srgbClr val="D35400"/>
          </a:solidFill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3291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D354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已完成的工作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从零构建了覆盖会员、课程、预约、教练、器材、支付的完整管理系统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实现了前后端分离的双端应用，会员移动端与管理PC端协同运作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通过乐观锁、JWT认证、逻辑删除等机制保障了数据安全与并发正确性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D354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后续改进方向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补充单元测试与集成测试，提升代码质量保障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接入真实支付网关（微信/支付宝），完成商业闭环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采用Docker容器化部署，搭建CI/CD自动化流水线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引入WebSocket实现预约提醒、候补晋升等实时通知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2E5090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5210</Words>
  <Application>WPS 演示</Application>
  <PresentationFormat>On-screen Show (16:9)</PresentationFormat>
  <Paragraphs>394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等线 Light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WPS_1687401462</cp:lastModifiedBy>
  <cp:revision>2</cp:revision>
  <dcterms:created xsi:type="dcterms:W3CDTF">2026-06-30T14:45:00Z</dcterms:created>
  <dcterms:modified xsi:type="dcterms:W3CDTF">2026-06-30T14:57:06Z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2F3BDAFE3FDC47E2925BA3E8BEA0DDB1_12</vt:lpwstr>
  </property>
  <property fmtid="{D5CDD505-2E9C-101B-9397-08002B2CF9AE}" pid="3" name="KSOProductBuildVer">
    <vt:lpwstr>2052-12.1.0.21915</vt:lpwstr>
  </property>
</Properties>
</file>